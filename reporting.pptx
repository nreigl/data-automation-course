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Reproducible Manuscripts and Reports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Nicolas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2025-04-17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Reproducible Manuscripts and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a Reproducible Report?</a:t>
            </a:r>
          </a:p>
          <a:p>
            <a:pPr lvl="0" indent="0" marL="0">
              <a:buNone/>
            </a:pPr>
            <a:r>
              <a:rPr/>
              <a:t>A </a:t>
            </a:r>
            <a:r>
              <a:rPr b="1"/>
              <a:t>reproducible report</a:t>
            </a:r>
            <a:r>
              <a:rPr/>
              <a:t> is a document that integrates data analysis, visualizations, and narrative text into a single cohesive output, which can be automatically regenerated and verified.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Components</a:t>
            </a:r>
          </a:p>
          <a:p>
            <a:pPr lvl="0"/>
            <a:r>
              <a:rPr b="1"/>
              <a:t>Data</a:t>
            </a:r>
            <a:r>
              <a:rPr/>
              <a:t>: Clearly sourced, documented, and accessible.</a:t>
            </a:r>
          </a:p>
          <a:p>
            <a:pPr lvl="0"/>
            <a:r>
              <a:rPr b="1"/>
              <a:t>Code</a:t>
            </a:r>
            <a:r>
              <a:rPr/>
              <a:t>: Transparent and executable by anyone.</a:t>
            </a:r>
          </a:p>
          <a:p>
            <a:pPr lvl="0"/>
            <a:r>
              <a:rPr b="1"/>
              <a:t>Narrative</a:t>
            </a:r>
            <a:r>
              <a:rPr/>
              <a:t>: Explanation and interpretation clearly linked to outputs.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Use Reproducible Reports?</a:t>
            </a:r>
          </a:p>
          <a:p>
            <a:pPr lvl="0"/>
            <a:r>
              <a:rPr b="1"/>
              <a:t>Transparency</a:t>
            </a:r>
            <a:r>
              <a:rPr/>
              <a:t>: Enhances trust and facilitates peer review.</a:t>
            </a:r>
          </a:p>
          <a:p>
            <a:pPr lvl="0"/>
            <a:r>
              <a:rPr b="1"/>
              <a:t>Efficiency</a:t>
            </a:r>
            <a:r>
              <a:rPr/>
              <a:t>: Easy updates when data or methods change.</a:t>
            </a:r>
          </a:p>
          <a:p>
            <a:pPr lvl="0"/>
            <a:r>
              <a:rPr b="1"/>
              <a:t>Collaboration</a:t>
            </a:r>
            <a:r>
              <a:rPr/>
              <a:t>: Simplifies teamwork and project continuity.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Tools for Creating Reproducible Reports</a:t>
            </a:r>
          </a:p>
          <a:p>
            <a:pPr lvl="0" indent="0" marL="0">
              <a:buNone/>
            </a:pPr>
            <a:r>
              <a:rPr/>
              <a:t>Open source:</a:t>
            </a:r>
          </a:p>
          <a:p>
            <a:pPr lvl="0"/>
            <a:r>
              <a:rPr b="1"/>
              <a:t>Quarto</a:t>
            </a:r>
            <a:r>
              <a:rPr/>
              <a:t>: Integrates R, Python, Julia and other languages directly into documents.</a:t>
            </a:r>
          </a:p>
          <a:p>
            <a:pPr lvl="0"/>
            <a:r>
              <a:rPr b="1"/>
              <a:t>Jupyter Notebooks</a:t>
            </a:r>
            <a:r>
              <a:rPr/>
              <a:t>: Supports Python and other languages for interactive analysis.</a:t>
            </a:r>
          </a:p>
          <a:p>
            <a:pPr lvl="0" indent="0" marL="0">
              <a:buNone/>
            </a:pPr>
            <a:r>
              <a:rPr/>
              <a:t>Output types</a:t>
            </a:r>
          </a:p>
          <a:p>
            <a:pPr lvl="0"/>
            <a:r>
              <a:rPr/>
              <a:t>Articles, presentations, dashboards, websites, blogs, and books in HTML, PDF, </a:t>
            </a:r>
            <a:r>
              <a:rPr b="1"/>
              <a:t>MS Word</a:t>
            </a:r>
            <a:r>
              <a:rPr/>
              <a:t>, </a:t>
            </a:r>
            <a:r>
              <a:rPr b="1"/>
              <a:t>MS Powerpoint</a:t>
            </a:r>
            <a:r>
              <a:rPr/>
              <a:t>, ePub, and more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Pdf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title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"My Document"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author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"Nicolas Reigl"</a:t>
            </a:r>
            <a:br/>
            <a:r>
              <a:rPr>
                <a:solidFill>
                  <a:srgbClr val="4758AB"/>
                </a:solidFill>
                <a:latin typeface="Courier"/>
              </a:rPr>
              <a:t>format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pdf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toc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true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number-sections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true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colorlinks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true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Beamer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title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"My Document"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author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"Nicolas Reigl"</a:t>
            </a:r>
            <a:br/>
            <a:r>
              <a:rPr>
                <a:solidFill>
                  <a:srgbClr val="4758AB"/>
                </a:solidFill>
                <a:latin typeface="Courier"/>
              </a:rPr>
              <a:t>format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beamer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Powerpoint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title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"My Document"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author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"Nicolas Reigl"</a:t>
            </a:r>
            <a:br/>
            <a:r>
              <a:rPr>
                <a:solidFill>
                  <a:srgbClr val="4758AB"/>
                </a:solidFill>
                <a:latin typeface="Courier"/>
              </a:rPr>
              <a:t>format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pptx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Authoring (with Quarto)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Synthax is similar in Juypter notebooks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Project: </a:t>
            </a:r>
            <a:r>
              <a:rPr b="1">
                <a:latin typeface="Courier"/>
              </a:rPr>
              <a:t>_quarto.yml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project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type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manuscript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manuscript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article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index.qmd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format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html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comments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hypothesis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true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docx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default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  # (other formats)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  # pdf: default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execute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freeze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true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 and Python Chunks in Quarto</a:t>
            </a:r>
          </a:p>
          <a:p>
            <a:pPr lvl="0" indent="0" marL="0">
              <a:buNone/>
            </a:pPr>
            <a:r>
              <a:rPr/>
              <a:t>This is an example of an R chunk in Quarto. It fetches data from the Eurostat database using the </a:t>
            </a:r>
            <a:r>
              <a:rPr>
                <a:latin typeface="Courier"/>
              </a:rPr>
              <a:t>rdbnomics</a:t>
            </a:r>
            <a:r>
              <a:rPr/>
              <a:t> package.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Example RMarkdown chunk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(rdbnomics)  </a:t>
            </a:r>
            <a:r>
              <a:rPr>
                <a:solidFill>
                  <a:srgbClr val="5E5E5E"/>
                </a:solidFill>
                <a:latin typeface="Courier"/>
              </a:rPr>
              <a:t>#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unemp &lt;- </a:t>
            </a:r>
            <a:r>
              <a:rPr>
                <a:solidFill>
                  <a:srgbClr val="4758AB"/>
                </a:solidFill>
                <a:latin typeface="Courier"/>
              </a:rPr>
              <a:t>rdb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ids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"Eurostat/ei_lmhr_m/M.PC_ACT.SA.LM-UN-T-TOT.EE"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# fetch data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Reproducible Manuscripts and Reports</dc:title>
  <dc:creator>Nicolas</dc:creator>
  <cp:keywords/>
  <dcterms:created xsi:type="dcterms:W3CDTF">2025-04-14T14:57:46Z</dcterms:created>
  <dcterms:modified xsi:type="dcterms:W3CDTF">2025-04-14T14:57:46Z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date">
    <vt:lpwstr>2025-04-17</vt:lpwstr>
  </property>
  <property fmtid="{D5CDD505-2E9C-101B-9397-08002B2CF9AE}" pid="8" name="editor_options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institute">
    <vt:lpwstr>Eesti Pank</vt:lpwstr>
  </property>
  <property fmtid="{D5CDD505-2E9C-101B-9397-08002B2CF9AE}" pid="13" name="institutes">
    <vt:lpwstr/>
  </property>
  <property fmtid="{D5CDD505-2E9C-101B-9397-08002B2CF9AE}" pid="14" name="labels">
    <vt:lpwstr/>
  </property>
  <property fmtid="{D5CDD505-2E9C-101B-9397-08002B2CF9AE}" pid="15" name="toc-title">
    <vt:lpwstr>Table of contents</vt:lpwstr>
  </property>
</Properties>
</file>